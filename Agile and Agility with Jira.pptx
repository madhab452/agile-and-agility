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5"/>
  </p:notesMasterIdLst>
  <p:sldIdLst>
    <p:sldId id="256" r:id="rId2"/>
    <p:sldId id="257" r:id="rId3"/>
    <p:sldId id="261" r:id="rId4"/>
    <p:sldId id="258" r:id="rId5"/>
    <p:sldId id="267" r:id="rId6"/>
    <p:sldId id="259" r:id="rId7"/>
    <p:sldId id="260" r:id="rId8"/>
    <p:sldId id="264" r:id="rId9"/>
    <p:sldId id="265" r:id="rId10"/>
    <p:sldId id="266" r:id="rId11"/>
    <p:sldId id="268" r:id="rId12"/>
    <p:sldId id="263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dhab acharya" initials="m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201" autoAdjust="0"/>
  </p:normalViewPr>
  <p:slideViewPr>
    <p:cSldViewPr>
      <p:cViewPr varScale="1">
        <p:scale>
          <a:sx n="62" d="100"/>
          <a:sy n="62" d="100"/>
        </p:scale>
        <p:origin x="-15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77480-B384-42F7-9921-5617DFA39CAD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B1F7E-4615-413B-A00E-9CB806C669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agile, and how can we </a:t>
            </a:r>
            <a:r>
              <a:rPr lang="en-US" dirty="0" err="1" smtClean="0"/>
              <a:t>acheive</a:t>
            </a:r>
            <a:r>
              <a:rPr lang="en-US" dirty="0" smtClean="0"/>
              <a:t> </a:t>
            </a:r>
            <a:r>
              <a:rPr lang="en-US" dirty="0" smtClean="0"/>
              <a:t>a </a:t>
            </a:r>
            <a:r>
              <a:rPr lang="en-US" dirty="0" err="1" smtClean="0"/>
              <a:t>gility</a:t>
            </a:r>
            <a:r>
              <a:rPr lang="en-US" baseline="0" dirty="0" smtClean="0"/>
              <a:t> </a:t>
            </a:r>
            <a:r>
              <a:rPr lang="en-US" baseline="0" dirty="0" smtClean="0"/>
              <a:t>using </a:t>
            </a:r>
            <a:r>
              <a:rPr lang="en-US" baseline="0" dirty="0" err="1" smtClean="0"/>
              <a:t>jira</a:t>
            </a:r>
            <a:r>
              <a:rPr lang="en-US" baseline="0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B1F7E-4615-413B-A00E-9CB806C669A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Smarttel</a:t>
            </a:r>
            <a:r>
              <a:rPr lang="en-US" dirty="0" smtClean="0"/>
              <a:t> web app</a:t>
            </a:r>
            <a:r>
              <a:rPr lang="en-US" baseline="0" dirty="0" smtClean="0"/>
              <a:t> had a lot of changes,</a:t>
            </a:r>
          </a:p>
          <a:p>
            <a:r>
              <a:rPr lang="en-US" baseline="0" dirty="0" smtClean="0"/>
              <a:t>Many milestones,</a:t>
            </a:r>
          </a:p>
          <a:p>
            <a:r>
              <a:rPr lang="en-US" baseline="0" dirty="0" smtClean="0"/>
              <a:t>Every once or twice a month we have to show the demo and get feedback.</a:t>
            </a:r>
          </a:p>
          <a:p>
            <a:endParaRPr lang="en-US" baseline="0" dirty="0" smtClean="0"/>
          </a:p>
          <a:p>
            <a:r>
              <a:rPr lang="en-US" baseline="0" dirty="0" err="1" smtClean="0"/>
              <a:t>Ios</a:t>
            </a:r>
            <a:r>
              <a:rPr lang="en-US" baseline="0" dirty="0" smtClean="0"/>
              <a:t> app,</a:t>
            </a:r>
          </a:p>
          <a:p>
            <a:r>
              <a:rPr lang="en-US" baseline="0" dirty="0" smtClean="0"/>
              <a:t>There wouldn’t be much changes and features are likely to be same.</a:t>
            </a:r>
          </a:p>
          <a:p>
            <a:r>
              <a:rPr lang="en-US" baseline="0" dirty="0" smtClean="0"/>
              <a:t>Particularly this model is helpful for projects when we are upgrading the product.</a:t>
            </a:r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B1F7E-4615-413B-A00E-9CB806C669A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B1F7E-4615-413B-A00E-9CB806C669A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Scrum</a:t>
            </a:r>
            <a:r>
              <a:rPr lang="en-US" baseline="0" dirty="0" smtClean="0"/>
              <a:t> there are 3 key roles that are needed for the framework to work well.</a:t>
            </a:r>
          </a:p>
          <a:p>
            <a:r>
              <a:rPr lang="en-US" dirty="0" smtClean="0"/>
              <a:t>Roles:</a:t>
            </a:r>
          </a:p>
          <a:p>
            <a:endParaRPr lang="en-US" dirty="0" smtClean="0"/>
          </a:p>
          <a:p>
            <a:r>
              <a:rPr lang="en-US" dirty="0" smtClean="0"/>
              <a:t>Product Owner : Responsible</a:t>
            </a:r>
            <a:r>
              <a:rPr lang="en-US" baseline="0" dirty="0" smtClean="0"/>
              <a:t> for defining the features that are needed in the product.</a:t>
            </a:r>
          </a:p>
          <a:p>
            <a:r>
              <a:rPr lang="en-US" baseline="0" dirty="0" smtClean="0"/>
              <a:t>Scrum Master : Leader of the team. Responsible for protecting the team, and process. Running the meetings and keeping things going.</a:t>
            </a:r>
          </a:p>
          <a:p>
            <a:r>
              <a:rPr lang="en-US" baseline="0" dirty="0" smtClean="0"/>
              <a:t>Team: Helps in building a product. Team works to get the product done.</a:t>
            </a:r>
          </a:p>
          <a:p>
            <a:endParaRPr lang="en-US" dirty="0" smtClean="0"/>
          </a:p>
          <a:p>
            <a:r>
              <a:rPr lang="en-US" dirty="0" smtClean="0"/>
              <a:t>Artifacts: </a:t>
            </a:r>
          </a:p>
          <a:p>
            <a:r>
              <a:rPr lang="en-US" dirty="0" smtClean="0"/>
              <a:t>Product Backlog: Product owner create a list of potential user</a:t>
            </a:r>
            <a:r>
              <a:rPr lang="en-US" baseline="0" dirty="0" smtClean="0"/>
              <a:t> features , called stories that could go into the product. These list can evolves and changes priority in every sprints.  </a:t>
            </a:r>
            <a:endParaRPr lang="en-US" dirty="0" smtClean="0"/>
          </a:p>
          <a:p>
            <a:r>
              <a:rPr lang="en-US" dirty="0" smtClean="0"/>
              <a:t>Sprint</a:t>
            </a:r>
            <a:r>
              <a:rPr lang="en-US" baseline="0" dirty="0" smtClean="0"/>
              <a:t> Backlog: Higher priority user stories goes into the sprint backlog. These get estimated in size and </a:t>
            </a:r>
            <a:r>
              <a:rPr lang="en-US" baseline="0" dirty="0" err="1" smtClean="0"/>
              <a:t>commited</a:t>
            </a:r>
            <a:r>
              <a:rPr lang="en-US" baseline="0" dirty="0" smtClean="0"/>
              <a:t> in next sprint.</a:t>
            </a:r>
          </a:p>
          <a:p>
            <a:r>
              <a:rPr lang="en-US" baseline="0" dirty="0" err="1" smtClean="0"/>
              <a:t>Burndown</a:t>
            </a:r>
            <a:r>
              <a:rPr lang="en-US" baseline="0" dirty="0" smtClean="0"/>
              <a:t> chart: </a:t>
            </a:r>
            <a:r>
              <a:rPr lang="en-US" baseline="0" dirty="0" err="1" smtClean="0"/>
              <a:t>Burndown</a:t>
            </a:r>
            <a:r>
              <a:rPr lang="en-US" baseline="0" dirty="0" smtClean="0"/>
              <a:t> chart shows the progress in the sprint and shows the completion of task in the sprint backlog. This chats goes to the zero point once sprint is completed.</a:t>
            </a:r>
          </a:p>
          <a:p>
            <a:endParaRPr lang="en-US" baseline="0" dirty="0" smtClean="0"/>
          </a:p>
          <a:p>
            <a:r>
              <a:rPr lang="en-US" baseline="0" dirty="0" err="1" smtClean="0"/>
              <a:t>Cer</a:t>
            </a:r>
            <a:endParaRPr lang="en-US" baseline="0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B1F7E-4615-413B-A00E-9CB806C669A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Scrum</a:t>
            </a:r>
            <a:r>
              <a:rPr lang="en-US" baseline="0" dirty="0" smtClean="0"/>
              <a:t> there are 3 key roles that are needed for the framework to work well.</a:t>
            </a:r>
          </a:p>
          <a:p>
            <a:r>
              <a:rPr lang="en-US" dirty="0" smtClean="0"/>
              <a:t>Roles:</a:t>
            </a:r>
          </a:p>
          <a:p>
            <a:endParaRPr lang="en-US" dirty="0" smtClean="0"/>
          </a:p>
          <a:p>
            <a:r>
              <a:rPr lang="en-US" dirty="0" smtClean="0"/>
              <a:t>Product Owner : Responsible</a:t>
            </a:r>
            <a:r>
              <a:rPr lang="en-US" baseline="0" dirty="0" smtClean="0"/>
              <a:t> for defining the features that are needed in the product.</a:t>
            </a:r>
          </a:p>
          <a:p>
            <a:r>
              <a:rPr lang="en-US" baseline="0" dirty="0" smtClean="0"/>
              <a:t>Scrum Master : Leader of the team. Responsible for protecting the team, and process. Running the meetings and keeping things going.</a:t>
            </a:r>
          </a:p>
          <a:p>
            <a:r>
              <a:rPr lang="en-US" baseline="0" dirty="0" smtClean="0"/>
              <a:t>Team: Helps in building a product. Team works to get the product done.</a:t>
            </a:r>
          </a:p>
          <a:p>
            <a:endParaRPr lang="en-US" dirty="0" smtClean="0"/>
          </a:p>
          <a:p>
            <a:r>
              <a:rPr lang="en-US" dirty="0" smtClean="0"/>
              <a:t>Artifacts: </a:t>
            </a:r>
          </a:p>
          <a:p>
            <a:r>
              <a:rPr lang="en-US" dirty="0" smtClean="0"/>
              <a:t>Product Backlog: Product owner create a list of potential user</a:t>
            </a:r>
            <a:r>
              <a:rPr lang="en-US" baseline="0" dirty="0" smtClean="0"/>
              <a:t> features , called stories that could go into the product. These list can evolves and changes priority in every sprints.  </a:t>
            </a:r>
            <a:endParaRPr lang="en-US" dirty="0" smtClean="0"/>
          </a:p>
          <a:p>
            <a:r>
              <a:rPr lang="en-US" dirty="0" smtClean="0"/>
              <a:t>Sprint</a:t>
            </a:r>
            <a:r>
              <a:rPr lang="en-US" baseline="0" dirty="0" smtClean="0"/>
              <a:t> Backlog: Higher priority user stories goes into the sprint backlog. These get estimated in size and </a:t>
            </a:r>
            <a:r>
              <a:rPr lang="en-US" baseline="0" dirty="0" err="1" smtClean="0"/>
              <a:t>commited</a:t>
            </a:r>
            <a:r>
              <a:rPr lang="en-US" baseline="0" dirty="0" smtClean="0"/>
              <a:t> in next sprint.</a:t>
            </a:r>
          </a:p>
          <a:p>
            <a:r>
              <a:rPr lang="en-US" baseline="0" dirty="0" err="1" smtClean="0"/>
              <a:t>Burndown</a:t>
            </a:r>
            <a:r>
              <a:rPr lang="en-US" baseline="0" dirty="0" smtClean="0"/>
              <a:t> chart: </a:t>
            </a:r>
            <a:r>
              <a:rPr lang="en-US" baseline="0" dirty="0" err="1" smtClean="0"/>
              <a:t>Burndown</a:t>
            </a:r>
            <a:r>
              <a:rPr lang="en-US" baseline="0" dirty="0" smtClean="0"/>
              <a:t> chart shows the progress in the sprint and shows the completion of task in the sprint backlog. This chats goes to the zero point once sprint is completed.</a:t>
            </a:r>
          </a:p>
          <a:p>
            <a:endParaRPr lang="en-US" baseline="0" dirty="0" smtClean="0"/>
          </a:p>
          <a:p>
            <a:r>
              <a:rPr lang="en-US" baseline="0" dirty="0" err="1" smtClean="0"/>
              <a:t>Cer</a:t>
            </a:r>
            <a:endParaRPr lang="en-US" baseline="0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B1F7E-4615-413B-A00E-9CB806C669A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Scrum</a:t>
            </a:r>
            <a:r>
              <a:rPr lang="en-US" baseline="0" dirty="0" smtClean="0"/>
              <a:t> there are 3 key roles that are needed for the framework to work well.</a:t>
            </a:r>
          </a:p>
          <a:p>
            <a:r>
              <a:rPr lang="en-US" dirty="0" smtClean="0"/>
              <a:t>Roles:</a:t>
            </a:r>
          </a:p>
          <a:p>
            <a:endParaRPr lang="en-US" dirty="0" smtClean="0"/>
          </a:p>
          <a:p>
            <a:r>
              <a:rPr lang="en-US" dirty="0" smtClean="0"/>
              <a:t>Product Owner : Responsible</a:t>
            </a:r>
            <a:r>
              <a:rPr lang="en-US" baseline="0" dirty="0" smtClean="0"/>
              <a:t> for defining the features that are needed in the product.</a:t>
            </a:r>
          </a:p>
          <a:p>
            <a:r>
              <a:rPr lang="en-US" baseline="0" dirty="0" smtClean="0"/>
              <a:t>Scrum Master : Leader of the team. Responsible for protecting the team, and process. Running the meetings and keeping things going.</a:t>
            </a:r>
          </a:p>
          <a:p>
            <a:r>
              <a:rPr lang="en-US" baseline="0" dirty="0" smtClean="0"/>
              <a:t>Team: Helps in building a product. Team works to get the product done.</a:t>
            </a:r>
          </a:p>
          <a:p>
            <a:endParaRPr lang="en-US" dirty="0" smtClean="0"/>
          </a:p>
          <a:p>
            <a:r>
              <a:rPr lang="en-US" dirty="0" smtClean="0"/>
              <a:t>Artifacts: </a:t>
            </a:r>
          </a:p>
          <a:p>
            <a:r>
              <a:rPr lang="en-US" dirty="0" smtClean="0"/>
              <a:t>Product Backlog: Product owner create a list of potential user</a:t>
            </a:r>
            <a:r>
              <a:rPr lang="en-US" baseline="0" dirty="0" smtClean="0"/>
              <a:t> features , called stories that could go into the product. These list can evolves and changes priority in every sprints.  </a:t>
            </a:r>
            <a:endParaRPr lang="en-US" dirty="0" smtClean="0"/>
          </a:p>
          <a:p>
            <a:r>
              <a:rPr lang="en-US" dirty="0" smtClean="0"/>
              <a:t>Sprint</a:t>
            </a:r>
            <a:r>
              <a:rPr lang="en-US" baseline="0" dirty="0" smtClean="0"/>
              <a:t> Backlog: Higher priority user stories goes into the sprint backlog. These get estimated in size and </a:t>
            </a:r>
            <a:r>
              <a:rPr lang="en-US" baseline="0" dirty="0" err="1" smtClean="0"/>
              <a:t>commited</a:t>
            </a:r>
            <a:r>
              <a:rPr lang="en-US" baseline="0" dirty="0" smtClean="0"/>
              <a:t> in next sprint.</a:t>
            </a:r>
          </a:p>
          <a:p>
            <a:r>
              <a:rPr lang="en-US" baseline="0" dirty="0" err="1" smtClean="0"/>
              <a:t>Burndown</a:t>
            </a:r>
            <a:r>
              <a:rPr lang="en-US" baseline="0" dirty="0" smtClean="0"/>
              <a:t> chart: </a:t>
            </a:r>
            <a:r>
              <a:rPr lang="en-US" baseline="0" dirty="0" err="1" smtClean="0"/>
              <a:t>Burndown</a:t>
            </a:r>
            <a:r>
              <a:rPr lang="en-US" baseline="0" dirty="0" smtClean="0"/>
              <a:t> chart shows the progress in the sprint and shows the completion of task in the sprint backlog. This chats goes to the zero point once sprint is completed.</a:t>
            </a:r>
          </a:p>
          <a:p>
            <a:endParaRPr lang="en-US" baseline="0" dirty="0" smtClean="0"/>
          </a:p>
          <a:p>
            <a:r>
              <a:rPr lang="en-US" baseline="0" dirty="0" smtClean="0"/>
              <a:t>Ceremonies that make up scrum : think of these as meeting or discussion</a:t>
            </a:r>
          </a:p>
          <a:p>
            <a:r>
              <a:rPr lang="en-US" baseline="0" dirty="0" smtClean="0"/>
              <a:t>Spring Planning: Product owner, scrum master and team meet and discuss the user stories and their relative sizes.</a:t>
            </a:r>
          </a:p>
          <a:p>
            <a:r>
              <a:rPr lang="en-US" baseline="0" dirty="0" smtClean="0"/>
              <a:t>Daily Scrum: Team </a:t>
            </a:r>
            <a:r>
              <a:rPr lang="en-US" baseline="0" dirty="0" err="1" smtClean="0"/>
              <a:t>discussess</a:t>
            </a:r>
            <a:r>
              <a:rPr lang="en-US" baseline="0" dirty="0" smtClean="0"/>
              <a:t> what they have completed, What they are working on, anything  that might have blocked and need help.</a:t>
            </a:r>
          </a:p>
          <a:p>
            <a:r>
              <a:rPr lang="en-US" baseline="0" dirty="0" smtClean="0"/>
              <a:t>Spring  Review: Retro </a:t>
            </a:r>
            <a:r>
              <a:rPr lang="en-US" baseline="0" dirty="0" err="1" smtClean="0"/>
              <a:t>spective</a:t>
            </a:r>
            <a:r>
              <a:rPr lang="en-US" baseline="0" dirty="0" smtClean="0"/>
              <a:t> occurs at the end of the </a:t>
            </a:r>
            <a:r>
              <a:rPr lang="en-US" baseline="0" dirty="0" err="1" smtClean="0"/>
              <a:t>sprint.Team</a:t>
            </a:r>
            <a:r>
              <a:rPr lang="en-US" baseline="0" dirty="0" smtClean="0"/>
              <a:t> demonstrates the completed work, and they discuss what can be done to make it better. 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B1F7E-4615-413B-A00E-9CB806C669A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AAF26B0-D730-4983-9225-8C40A8925482}" type="datetimeFigureOut">
              <a:rPr lang="en-US" smtClean="0"/>
              <a:pPr/>
              <a:t>10/16/2017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B5E24AC-4B25-49A4-A408-E97A3A89FB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prim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Agile and Agility with </a:t>
            </a:r>
            <a:r>
              <a:rPr lang="en-US" dirty="0" err="1" smtClean="0"/>
              <a:t>Jira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Madhab</a:t>
            </a:r>
            <a:r>
              <a:rPr lang="en-US" dirty="0" smtClean="0"/>
              <a:t> </a:t>
            </a:r>
            <a:r>
              <a:rPr lang="en-US" dirty="0" err="1" smtClean="0"/>
              <a:t>Acharya</a:t>
            </a:r>
            <a:endParaRPr lang="en-US" dirty="0" smtClean="0"/>
          </a:p>
          <a:p>
            <a:r>
              <a:rPr lang="en-US" dirty="0" smtClean="0"/>
              <a:t>Web Developer @</a:t>
            </a:r>
            <a:r>
              <a:rPr lang="en-US" dirty="0" err="1" smtClean="0"/>
              <a:t>rasello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Agile</a:t>
            </a:r>
            <a:r>
              <a:rPr lang="en-US" dirty="0" smtClean="0"/>
              <a:t> software development refers to a group of software development methodologies based on iterative development, where requirements and solutions evolve through collaboration between self-organizing cross-functional teams.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000" i="1" dirty="0" smtClean="0"/>
              <a:t>							#reference cprime.com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ncrementally-over-all-at-onc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09750" y="2496344"/>
            <a:ext cx="5524500" cy="249555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8229600" cy="1143000"/>
          </a:xfrm>
        </p:spPr>
        <p:txBody>
          <a:bodyPr/>
          <a:lstStyle/>
          <a:p>
            <a:r>
              <a:rPr lang="en-US" dirty="0" smtClean="0"/>
              <a:t>In short.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749f21b7630149a6ce51eb5295c245ab--safe-agile-business-architectu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4692" y="1481138"/>
            <a:ext cx="6034616" cy="452596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Agile </a:t>
            </a:r>
            <a:r>
              <a:rPr lang="en-US" dirty="0" err="1" smtClean="0"/>
              <a:t>vs</a:t>
            </a:r>
            <a:r>
              <a:rPr lang="en-US" dirty="0" smtClean="0"/>
              <a:t> Traditional methodologies	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  Not  all projects  are suitable for agile.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Agile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 err="1" smtClean="0"/>
              <a:t>Smarttel</a:t>
            </a:r>
            <a:r>
              <a:rPr lang="en-US" dirty="0" smtClean="0"/>
              <a:t> Android/Web App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Linear </a:t>
            </a:r>
            <a:r>
              <a:rPr lang="en-US" dirty="0" smtClean="0"/>
              <a:t>or waterfall model.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 err="1" smtClean="0"/>
              <a:t>Smarttel</a:t>
            </a:r>
            <a:r>
              <a:rPr lang="en-US" dirty="0" smtClean="0"/>
              <a:t> </a:t>
            </a:r>
            <a:r>
              <a:rPr lang="en-US" dirty="0" err="1" smtClean="0"/>
              <a:t>Ios</a:t>
            </a:r>
            <a:r>
              <a:rPr lang="en-US" dirty="0" smtClean="0"/>
              <a:t> App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Scrum</a:t>
            </a:r>
          </a:p>
          <a:p>
            <a:endParaRPr lang="en-US" u="sng" dirty="0" smtClean="0"/>
          </a:p>
          <a:p>
            <a:r>
              <a:rPr lang="en-US" dirty="0" smtClean="0"/>
              <a:t>Extreme Programming</a:t>
            </a:r>
          </a:p>
          <a:p>
            <a:endParaRPr lang="en-US" dirty="0" smtClean="0"/>
          </a:p>
          <a:p>
            <a:r>
              <a:rPr lang="en-US" dirty="0" smtClean="0"/>
              <a:t>Dynamic </a:t>
            </a:r>
            <a:r>
              <a:rPr lang="en-US" dirty="0" smtClean="0"/>
              <a:t>Systems Development Method (DSDM)</a:t>
            </a:r>
          </a:p>
          <a:p>
            <a:endParaRPr lang="en-US" dirty="0" smtClean="0"/>
          </a:p>
          <a:p>
            <a:r>
              <a:rPr lang="en-US" dirty="0" smtClean="0"/>
              <a:t>Feature-Driven </a:t>
            </a:r>
            <a:r>
              <a:rPr lang="en-US" dirty="0" smtClean="0"/>
              <a:t>Development (FDD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…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Agile Methodologies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1027" name="Picture 3" descr="C:\Users\madhab452\Desktop\Agile And Agility\ScrumCyc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81000"/>
            <a:ext cx="8398741" cy="6028366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Product </a:t>
            </a:r>
            <a:r>
              <a:rPr lang="en-US" dirty="0" smtClean="0"/>
              <a:t>owner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Scrum </a:t>
            </a:r>
            <a:r>
              <a:rPr lang="en-US" dirty="0" smtClean="0"/>
              <a:t>Master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Team </a:t>
            </a:r>
            <a:r>
              <a:rPr lang="en-US" dirty="0" smtClean="0"/>
              <a:t>(Developers, testers, writers)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Roles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Product </a:t>
            </a:r>
            <a:r>
              <a:rPr lang="en-US" dirty="0" smtClean="0"/>
              <a:t>Backlog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Sprint </a:t>
            </a:r>
            <a:r>
              <a:rPr lang="en-US" dirty="0" smtClean="0"/>
              <a:t>Backlog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err="1" smtClean="0"/>
              <a:t>Burndown</a:t>
            </a:r>
            <a:r>
              <a:rPr lang="en-US" dirty="0" smtClean="0"/>
              <a:t> Chart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Artifacts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Spring </a:t>
            </a:r>
            <a:r>
              <a:rPr lang="en-US" dirty="0" smtClean="0"/>
              <a:t>Planning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Daily </a:t>
            </a:r>
            <a:r>
              <a:rPr lang="en-US" dirty="0" smtClean="0"/>
              <a:t>Scrum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Spring </a:t>
            </a:r>
            <a:r>
              <a:rPr lang="en-US" dirty="0" smtClean="0"/>
              <a:t>Review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Ceremonies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madhab452\Desktop\Agile And Agility\ScrumCycle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520791" y="1612123"/>
            <a:ext cx="6102417" cy="4263992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gile-explained-4-63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57841" y="1481138"/>
            <a:ext cx="6028317" cy="452596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REFERENCES</a:t>
            </a:r>
          </a:p>
          <a:p>
            <a:r>
              <a:rPr lang="en-US" sz="2000" dirty="0" smtClean="0"/>
              <a:t>http://www.agilenutshell.com </a:t>
            </a:r>
          </a:p>
          <a:p>
            <a:r>
              <a:rPr lang="en-US" sz="2000" dirty="0" smtClean="0">
                <a:hlinkClick r:id="rId2"/>
              </a:rPr>
              <a:t>https://www.cprime.com</a:t>
            </a:r>
            <a:endParaRPr lang="en-US" sz="2000" dirty="0" smtClean="0"/>
          </a:p>
          <a:p>
            <a:r>
              <a:rPr lang="en-US" sz="2000" dirty="0" smtClean="0"/>
              <a:t>https://www.youtube.com/watch?v=9TycLR0TqFA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457</TotalTime>
  <Words>780</Words>
  <Application>Microsoft Office PowerPoint</Application>
  <PresentationFormat>On-screen Show (4:3)</PresentationFormat>
  <Paragraphs>117</Paragraphs>
  <Slides>13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Concourse</vt:lpstr>
      <vt:lpstr>Agile and Agility with Jira</vt:lpstr>
      <vt:lpstr>Agile</vt:lpstr>
      <vt:lpstr>In short.</vt:lpstr>
      <vt:lpstr>Agile vs Traditional methodologies </vt:lpstr>
      <vt:lpstr>Slide 5</vt:lpstr>
      <vt:lpstr>Agile Methodologies</vt:lpstr>
      <vt:lpstr>Slide 7</vt:lpstr>
      <vt:lpstr>3 Roles</vt:lpstr>
      <vt:lpstr>3 Artifacts</vt:lpstr>
      <vt:lpstr>3 Ceremonies</vt:lpstr>
      <vt:lpstr>Slide 11</vt:lpstr>
      <vt:lpstr>Summary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Agile/Jira</dc:title>
  <dc:creator>madhab acharya</dc:creator>
  <cp:lastModifiedBy>madhab acharya</cp:lastModifiedBy>
  <cp:revision>53</cp:revision>
  <dcterms:created xsi:type="dcterms:W3CDTF">2017-10-15T09:40:38Z</dcterms:created>
  <dcterms:modified xsi:type="dcterms:W3CDTF">2017-10-16T14:15:43Z</dcterms:modified>
</cp:coreProperties>
</file>